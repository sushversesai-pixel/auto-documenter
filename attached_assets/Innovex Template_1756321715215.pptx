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6AD47A-3BC7-4DE7-B2BA-217EF52B1186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17D542-80ED-4624-AE40-E81AE64510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6183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BCDF0-D4D0-478A-87B5-0898C8567B34}" type="datetime1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InnoveX’25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34799-2543-401C-B593-B2060E28CBAA}" type="datetime1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InnoveX’25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A3384-06E7-49E0-8380-AA972843E030}" type="datetime1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InnoveX’25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D06FA-0195-4EFD-BF6D-1622AD631DA7}" type="datetime1">
              <a:rPr lang="en-US" smtClean="0"/>
              <a:t>8/27/2025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InnoveX’25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97F1D-146A-4903-80E3-59CD785BA3EF}" type="datetime1">
              <a:rPr lang="en-US" smtClean="0"/>
              <a:t>8/27/2025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InnoveX’25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FFEFF-5E23-4C0F-AA9A-561887B51B35}" type="datetime1">
              <a:rPr lang="en-US" smtClean="0"/>
              <a:t>8/27/2025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InnoveX’25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1302-D98C-48D0-8CC1-BD4762360F68}" type="datetime1">
              <a:rPr lang="en-US" smtClean="0"/>
              <a:t>8/27/2025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InnoveX’25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8F730-CA38-4E80-895E-0F11447AF243}" type="datetime1">
              <a:rPr lang="en-US" smtClean="0"/>
              <a:t>8/27/2025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InnoveX’25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7F709-8B94-429C-B062-1D6F4BB85818}" type="datetime1">
              <a:rPr lang="en-US" smtClean="0"/>
              <a:t>8/27/2025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InnoveX’25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615CE-F9E7-4DA4-AA9F-722A4100A53E}" type="datetime1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InnoveX’25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91172-BDB3-4674-B9D2-41031C41CBA5}" type="datetime1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InnoveX’25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5388B6-770F-4FB6-91FA-CF3A807C1A43}" type="datetime1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InnoveX’25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2080" y="136525"/>
            <a:ext cx="8229600" cy="25654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b="1" dirty="0">
                <a:solidFill>
                  <a:srgbClr val="33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R.M.D. ENGINEERING COLLEGE</a:t>
            </a:r>
          </a:p>
          <a:p>
            <a:pPr marL="0" indent="0" algn="ctr">
              <a:buNone/>
            </a:pPr>
            <a:r>
              <a:rPr lang="en-IN" sz="1500" b="1" dirty="0">
                <a:solidFill>
                  <a:srgbClr val="33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(An Autonomous Institution)</a:t>
            </a:r>
            <a:endParaRPr sz="1500" b="1" dirty="0">
              <a:solidFill>
                <a:srgbClr val="33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4C1FE74-4F04-B73F-BFE9-157601F0D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760" y="1350962"/>
            <a:ext cx="8229600" cy="1026160"/>
          </a:xfrm>
        </p:spPr>
        <p:txBody>
          <a:bodyPr>
            <a:noAutofit/>
          </a:bodyPr>
          <a:lstStyle/>
          <a:p>
            <a:r>
              <a:rPr lang="en-US" sz="7200" dirty="0">
                <a:solidFill>
                  <a:schemeClr val="tx2">
                    <a:lumMod val="75000"/>
                  </a:schemeClr>
                </a:solidFill>
                <a:latin typeface="Moliga DEMO" pitchFamily="50" charset="0"/>
              </a:rPr>
              <a:t>Innove</a:t>
            </a:r>
            <a:r>
              <a:rPr lang="en-US" sz="7200" dirty="0">
                <a:solidFill>
                  <a:srgbClr val="FF0000"/>
                </a:solidFill>
                <a:latin typeface="Moliga DEMO" pitchFamily="50" charset="0"/>
              </a:rPr>
              <a:t>X</a:t>
            </a:r>
            <a:r>
              <a:rPr lang="en-US" sz="7200" dirty="0">
                <a:solidFill>
                  <a:schemeClr val="tx2">
                    <a:lumMod val="75000"/>
                  </a:schemeClr>
                </a:solidFill>
                <a:latin typeface="Moliga DEMO" pitchFamily="50" charset="0"/>
              </a:rPr>
              <a:t>’</a:t>
            </a:r>
            <a:r>
              <a:rPr lang="en-US" sz="7200" dirty="0">
                <a:solidFill>
                  <a:schemeClr val="tx2">
                    <a:lumMod val="75000"/>
                  </a:schemeClr>
                </a:solidFill>
                <a:latin typeface="Arial Black" panose="020B0A04020102020204" pitchFamily="34" charset="0"/>
              </a:rPr>
              <a:t>25</a:t>
            </a:r>
            <a:endParaRPr lang="en-IN" sz="7200" dirty="0">
              <a:solidFill>
                <a:schemeClr val="tx2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1026" name="Picture 2" descr="R.M.D ENGINEERING COLLEGE Employees, Location, Alumni | LinkedIn">
            <a:extLst>
              <a:ext uri="{FF2B5EF4-FFF2-40B4-BE49-F238E27FC236}">
                <a16:creationId xmlns:a16="http://schemas.microsoft.com/office/drawing/2014/main" id="{417A540F-D706-39A9-4053-BE478F5F53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5920" y="10160"/>
            <a:ext cx="1016000" cy="101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06F2FE6-B236-D2AD-2789-C6A64DD34683}"/>
              </a:ext>
            </a:extLst>
          </p:cNvPr>
          <p:cNvSpPr txBox="1"/>
          <p:nvPr/>
        </p:nvSpPr>
        <p:spPr>
          <a:xfrm>
            <a:off x="461958" y="2828290"/>
            <a:ext cx="838740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dirty="0"/>
              <a:t>Project Title </a:t>
            </a:r>
          </a:p>
          <a:p>
            <a:pPr algn="ctr"/>
            <a:r>
              <a:rPr lang="en-IN" sz="4000" dirty="0"/>
              <a:t>Team Name</a:t>
            </a:r>
          </a:p>
          <a:p>
            <a:pPr algn="ctr"/>
            <a:r>
              <a:rPr lang="en-IN" sz="4000" dirty="0"/>
              <a:t>Members Name with Register Number</a:t>
            </a:r>
          </a:p>
          <a:p>
            <a:pPr algn="ctr"/>
            <a:r>
              <a:rPr lang="en-IN" sz="4000" dirty="0"/>
              <a:t>Year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and significance of the work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context</a:t>
            </a:r>
          </a:p>
        </p:txBody>
      </p: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12E52899-11DE-8C4E-1C16-69DE2D633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34280" y="6534150"/>
            <a:ext cx="6492240" cy="365125"/>
          </a:xfrm>
        </p:spPr>
        <p:txBody>
          <a:bodyPr/>
          <a:lstStyle/>
          <a:p>
            <a:r>
              <a:rPr lang="en-US" sz="1800" b="1" dirty="0">
                <a:solidFill>
                  <a:schemeClr val="tx2">
                    <a:lumMod val="75000"/>
                  </a:schemeClr>
                </a:solidFill>
                <a:latin typeface="Moliga DEMO" pitchFamily="50" charset="0"/>
              </a:rPr>
              <a:t>Innove</a:t>
            </a:r>
            <a:r>
              <a:rPr lang="en-US" sz="1800" b="1" dirty="0">
                <a:solidFill>
                  <a:srgbClr val="FF0000"/>
                </a:solidFill>
                <a:latin typeface="Moliga DEMO" pitchFamily="50" charset="0"/>
              </a:rPr>
              <a:t>X</a:t>
            </a:r>
            <a:r>
              <a:rPr lang="en-US" sz="1800" b="1" dirty="0">
                <a:solidFill>
                  <a:schemeClr val="tx2">
                    <a:lumMod val="75000"/>
                  </a:schemeClr>
                </a:solidFill>
                <a:latin typeface="Moliga DEMO" pitchFamily="50" charset="0"/>
              </a:rPr>
              <a:t>’</a:t>
            </a:r>
            <a:r>
              <a:rPr lang="en-US" sz="1800" b="1" dirty="0">
                <a:solidFill>
                  <a:schemeClr val="tx2">
                    <a:lumMod val="75000"/>
                  </a:schemeClr>
                </a:solidFill>
                <a:latin typeface="Arial Black" panose="020B0A04020102020204" pitchFamily="34" charset="0"/>
              </a:rPr>
              <a:t>25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/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Clearly defined problem statement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objectives or questions</a:t>
            </a:r>
          </a:p>
        </p:txBody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854F6D7A-C78A-BD16-8C87-E6979422F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34280" y="6534150"/>
            <a:ext cx="6492240" cy="365125"/>
          </a:xfrm>
        </p:spPr>
        <p:txBody>
          <a:bodyPr/>
          <a:lstStyle/>
          <a:p>
            <a:r>
              <a:rPr lang="en-US" sz="1800" b="1" dirty="0">
                <a:solidFill>
                  <a:schemeClr val="tx2">
                    <a:lumMod val="75000"/>
                  </a:schemeClr>
                </a:solidFill>
                <a:latin typeface="Moliga DEMO" pitchFamily="50" charset="0"/>
              </a:rPr>
              <a:t>Innove</a:t>
            </a:r>
            <a:r>
              <a:rPr lang="en-US" sz="1800" b="1" dirty="0">
                <a:solidFill>
                  <a:srgbClr val="FF0000"/>
                </a:solidFill>
                <a:latin typeface="Moliga DEMO" pitchFamily="50" charset="0"/>
              </a:rPr>
              <a:t>X</a:t>
            </a:r>
            <a:r>
              <a:rPr lang="en-US" sz="1800" b="1" dirty="0">
                <a:solidFill>
                  <a:schemeClr val="tx2">
                    <a:lumMod val="75000"/>
                  </a:schemeClr>
                </a:solidFill>
                <a:latin typeface="Moliga DEMO" pitchFamily="50" charset="0"/>
              </a:rPr>
              <a:t>’</a:t>
            </a:r>
            <a:r>
              <a:rPr lang="en-US" sz="1800" b="1" dirty="0">
                <a:solidFill>
                  <a:schemeClr val="tx2">
                    <a:lumMod val="75000"/>
                  </a:schemeClr>
                </a:solidFill>
                <a:latin typeface="Arial Black" panose="020B0A04020102020204" pitchFamily="34" charset="0"/>
              </a:rPr>
              <a:t>25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Methods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 of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research gap</a:t>
            </a:r>
          </a:p>
        </p:txBody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4BAFD4F4-AF3C-478C-EF61-AA0E18DA3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34280" y="6534150"/>
            <a:ext cx="6492240" cy="365125"/>
          </a:xfrm>
        </p:spPr>
        <p:txBody>
          <a:bodyPr/>
          <a:lstStyle/>
          <a:p>
            <a:r>
              <a:rPr lang="en-US" sz="1800" b="1" dirty="0">
                <a:solidFill>
                  <a:schemeClr val="tx2">
                    <a:lumMod val="75000"/>
                  </a:schemeClr>
                </a:solidFill>
                <a:latin typeface="Moliga DEMO" pitchFamily="50" charset="0"/>
              </a:rPr>
              <a:t>Innove</a:t>
            </a:r>
            <a:r>
              <a:rPr lang="en-US" sz="1800" b="1" dirty="0">
                <a:solidFill>
                  <a:srgbClr val="FF0000"/>
                </a:solidFill>
                <a:latin typeface="Moliga DEMO" pitchFamily="50" charset="0"/>
              </a:rPr>
              <a:t>X</a:t>
            </a:r>
            <a:r>
              <a:rPr lang="en-US" sz="1800" b="1" dirty="0">
                <a:solidFill>
                  <a:schemeClr val="tx2">
                    <a:lumMod val="75000"/>
                  </a:schemeClr>
                </a:solidFill>
                <a:latin typeface="Moliga DEMO" pitchFamily="50" charset="0"/>
              </a:rPr>
              <a:t>’</a:t>
            </a:r>
            <a:r>
              <a:rPr lang="en-US" sz="1800" b="1" dirty="0">
                <a:solidFill>
                  <a:schemeClr val="tx2">
                    <a:lumMod val="75000"/>
                  </a:schemeClr>
                </a:solidFill>
                <a:latin typeface="Arial Black" panose="020B0A04020102020204" pitchFamily="34" charset="0"/>
              </a:rPr>
              <a:t>25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 or approach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Diagrams or flowcharts</a:t>
            </a:r>
          </a:p>
        </p:txBody>
      </p:sp>
      <p:sp>
        <p:nvSpPr>
          <p:cNvPr id="7" name="Footer Placeholder 1">
            <a:extLst>
              <a:ext uri="{FF2B5EF4-FFF2-40B4-BE49-F238E27FC236}">
                <a16:creationId xmlns:a16="http://schemas.microsoft.com/office/drawing/2014/main" id="{11B7CC5C-52C3-D307-C614-D5DD75B42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34280" y="6534150"/>
            <a:ext cx="6492240" cy="365125"/>
          </a:xfrm>
        </p:spPr>
        <p:txBody>
          <a:bodyPr/>
          <a:lstStyle/>
          <a:p>
            <a:r>
              <a:rPr lang="en-US" sz="1800" b="1" dirty="0">
                <a:solidFill>
                  <a:schemeClr val="tx2">
                    <a:lumMod val="75000"/>
                  </a:schemeClr>
                </a:solidFill>
                <a:latin typeface="Moliga DEMO" pitchFamily="50" charset="0"/>
              </a:rPr>
              <a:t>Innove</a:t>
            </a:r>
            <a:r>
              <a:rPr lang="en-US" sz="1800" b="1" dirty="0">
                <a:solidFill>
                  <a:srgbClr val="FF0000"/>
                </a:solidFill>
                <a:latin typeface="Moliga DEMO" pitchFamily="50" charset="0"/>
              </a:rPr>
              <a:t>X</a:t>
            </a:r>
            <a:r>
              <a:rPr lang="en-US" sz="1800" b="1" dirty="0">
                <a:solidFill>
                  <a:schemeClr val="tx2">
                    <a:lumMod val="75000"/>
                  </a:schemeClr>
                </a:solidFill>
                <a:latin typeface="Moliga DEMO" pitchFamily="50" charset="0"/>
              </a:rPr>
              <a:t>’</a:t>
            </a:r>
            <a:r>
              <a:rPr lang="en-US" sz="1800" b="1" dirty="0">
                <a:solidFill>
                  <a:schemeClr val="tx2">
                    <a:lumMod val="75000"/>
                  </a:schemeClr>
                </a:solidFill>
                <a:latin typeface="Arial Black" panose="020B0A04020102020204" pitchFamily="34" charset="0"/>
              </a:rPr>
              <a:t>25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Setup /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Tools, datasets, hardware/software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or block diagram</a:t>
            </a:r>
          </a:p>
        </p:txBody>
      </p:sp>
      <p:sp>
        <p:nvSpPr>
          <p:cNvPr id="7" name="Footer Placeholder 1">
            <a:extLst>
              <a:ext uri="{FF2B5EF4-FFF2-40B4-BE49-F238E27FC236}">
                <a16:creationId xmlns:a16="http://schemas.microsoft.com/office/drawing/2014/main" id="{FFD38D4C-B20A-705E-AE7E-9584052E5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34280" y="6534150"/>
            <a:ext cx="6492240" cy="365125"/>
          </a:xfrm>
        </p:spPr>
        <p:txBody>
          <a:bodyPr/>
          <a:lstStyle/>
          <a:p>
            <a:r>
              <a:rPr lang="en-US" sz="1800" b="1" dirty="0">
                <a:solidFill>
                  <a:schemeClr val="tx2">
                    <a:lumMod val="75000"/>
                  </a:schemeClr>
                </a:solidFill>
                <a:latin typeface="Moliga DEMO" pitchFamily="50" charset="0"/>
              </a:rPr>
              <a:t>Innove</a:t>
            </a:r>
            <a:r>
              <a:rPr lang="en-US" sz="1800" b="1" dirty="0">
                <a:solidFill>
                  <a:srgbClr val="FF0000"/>
                </a:solidFill>
                <a:latin typeface="Moliga DEMO" pitchFamily="50" charset="0"/>
              </a:rPr>
              <a:t>X</a:t>
            </a:r>
            <a:r>
              <a:rPr lang="en-US" sz="1800" b="1" dirty="0">
                <a:solidFill>
                  <a:schemeClr val="tx2">
                    <a:lumMod val="75000"/>
                  </a:schemeClr>
                </a:solidFill>
                <a:latin typeface="Moliga DEMO" pitchFamily="50" charset="0"/>
              </a:rPr>
              <a:t>’</a:t>
            </a:r>
            <a:r>
              <a:rPr lang="en-US" sz="1800" b="1" dirty="0">
                <a:solidFill>
                  <a:schemeClr val="tx2">
                    <a:lumMod val="75000"/>
                  </a:schemeClr>
                </a:solidFill>
                <a:latin typeface="Arial Black" panose="020B0A04020102020204" pitchFamily="34" charset="0"/>
              </a:rPr>
              <a:t>25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Graphs, tables, and analysis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 of results</a:t>
            </a:r>
          </a:p>
        </p:txBody>
      </p:sp>
      <p:sp>
        <p:nvSpPr>
          <p:cNvPr id="7" name="Footer Placeholder 1">
            <a:extLst>
              <a:ext uri="{FF2B5EF4-FFF2-40B4-BE49-F238E27FC236}">
                <a16:creationId xmlns:a16="http://schemas.microsoft.com/office/drawing/2014/main" id="{10C4FB75-94B0-253E-3F1D-EE92750CE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34280" y="6534150"/>
            <a:ext cx="6492240" cy="365125"/>
          </a:xfrm>
        </p:spPr>
        <p:txBody>
          <a:bodyPr/>
          <a:lstStyle/>
          <a:p>
            <a:r>
              <a:rPr lang="en-US" sz="1800" b="1" dirty="0">
                <a:solidFill>
                  <a:schemeClr val="tx2">
                    <a:lumMod val="75000"/>
                  </a:schemeClr>
                </a:solidFill>
                <a:latin typeface="Moliga DEMO" pitchFamily="50" charset="0"/>
              </a:rPr>
              <a:t>Innove</a:t>
            </a:r>
            <a:r>
              <a:rPr lang="en-US" sz="1800" b="1" dirty="0">
                <a:solidFill>
                  <a:srgbClr val="FF0000"/>
                </a:solidFill>
                <a:latin typeface="Moliga DEMO" pitchFamily="50" charset="0"/>
              </a:rPr>
              <a:t>X</a:t>
            </a:r>
            <a:r>
              <a:rPr lang="en-US" sz="1800" b="1" dirty="0">
                <a:solidFill>
                  <a:schemeClr val="tx2">
                    <a:lumMod val="75000"/>
                  </a:schemeClr>
                </a:solidFill>
                <a:latin typeface="Moliga DEMO" pitchFamily="50" charset="0"/>
              </a:rPr>
              <a:t>’</a:t>
            </a:r>
            <a:r>
              <a:rPr lang="en-US" sz="1800" b="1" dirty="0">
                <a:solidFill>
                  <a:schemeClr val="tx2">
                    <a:lumMod val="75000"/>
                  </a:schemeClr>
                </a:solidFill>
                <a:latin typeface="Arial Black" panose="020B0A04020102020204" pitchFamily="34" charset="0"/>
              </a:rPr>
              <a:t>25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Analysis (contd.)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results or deeper analysis</a:t>
            </a:r>
          </a:p>
        </p:txBody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E9071343-8A82-61A8-1303-E296F5AE1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34280" y="6534150"/>
            <a:ext cx="6492240" cy="365125"/>
          </a:xfrm>
        </p:spPr>
        <p:txBody>
          <a:bodyPr/>
          <a:lstStyle/>
          <a:p>
            <a:r>
              <a:rPr lang="en-US" sz="1800" b="1" dirty="0">
                <a:solidFill>
                  <a:schemeClr val="tx2">
                    <a:lumMod val="75000"/>
                  </a:schemeClr>
                </a:solidFill>
                <a:latin typeface="Moliga DEMO" pitchFamily="50" charset="0"/>
              </a:rPr>
              <a:t>Innove</a:t>
            </a:r>
            <a:r>
              <a:rPr lang="en-US" sz="1800" b="1" dirty="0">
                <a:solidFill>
                  <a:srgbClr val="FF0000"/>
                </a:solidFill>
                <a:latin typeface="Moliga DEMO" pitchFamily="50" charset="0"/>
              </a:rPr>
              <a:t>X</a:t>
            </a:r>
            <a:r>
              <a:rPr lang="en-US" sz="1800" b="1" dirty="0">
                <a:solidFill>
                  <a:schemeClr val="tx2">
                    <a:lumMod val="75000"/>
                  </a:schemeClr>
                </a:solidFill>
                <a:latin typeface="Moliga DEMO" pitchFamily="50" charset="0"/>
              </a:rPr>
              <a:t>’</a:t>
            </a:r>
            <a:r>
              <a:rPr lang="en-US" sz="1800" b="1" dirty="0">
                <a:solidFill>
                  <a:schemeClr val="tx2">
                    <a:lumMod val="75000"/>
                  </a:schemeClr>
                </a:solidFill>
                <a:latin typeface="Arial Black" panose="020B0A04020102020204" pitchFamily="34" charset="0"/>
              </a:rPr>
              <a:t>25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 of findings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Reiteration of contribution</a:t>
            </a:r>
          </a:p>
        </p:txBody>
      </p:sp>
      <p:sp>
        <p:nvSpPr>
          <p:cNvPr id="7" name="Footer Placeholder 1">
            <a:extLst>
              <a:ext uri="{FF2B5EF4-FFF2-40B4-BE49-F238E27FC236}">
                <a16:creationId xmlns:a16="http://schemas.microsoft.com/office/drawing/2014/main" id="{FE0D04C4-1ED1-0F1F-47C5-D7D269498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34280" y="6534150"/>
            <a:ext cx="6492240" cy="365125"/>
          </a:xfrm>
        </p:spPr>
        <p:txBody>
          <a:bodyPr/>
          <a:lstStyle/>
          <a:p>
            <a:r>
              <a:rPr lang="en-US" sz="1800" b="1" dirty="0">
                <a:solidFill>
                  <a:schemeClr val="tx2">
                    <a:lumMod val="75000"/>
                  </a:schemeClr>
                </a:solidFill>
                <a:latin typeface="Moliga DEMO" pitchFamily="50" charset="0"/>
              </a:rPr>
              <a:t>Innove</a:t>
            </a:r>
            <a:r>
              <a:rPr lang="en-US" sz="1800" b="1" dirty="0">
                <a:solidFill>
                  <a:srgbClr val="FF0000"/>
                </a:solidFill>
                <a:latin typeface="Moliga DEMO" pitchFamily="50" charset="0"/>
              </a:rPr>
              <a:t>X</a:t>
            </a:r>
            <a:r>
              <a:rPr lang="en-US" sz="1800" b="1" dirty="0">
                <a:solidFill>
                  <a:schemeClr val="tx2">
                    <a:lumMod val="75000"/>
                  </a:schemeClr>
                </a:solidFill>
                <a:latin typeface="Moliga DEMO" pitchFamily="50" charset="0"/>
              </a:rPr>
              <a:t>’</a:t>
            </a:r>
            <a:r>
              <a:rPr lang="en-US" sz="1800" b="1" dirty="0">
                <a:solidFill>
                  <a:schemeClr val="tx2">
                    <a:lumMod val="75000"/>
                  </a:schemeClr>
                </a:solidFill>
                <a:latin typeface="Arial Black" panose="020B0A04020102020204" pitchFamily="34" charset="0"/>
              </a:rPr>
              <a:t>25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5440" y="2519998"/>
            <a:ext cx="8229600" cy="1143000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3D0D11B4-94EF-7AC9-AA86-6149D79F8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34280" y="6534150"/>
            <a:ext cx="6492240" cy="365125"/>
          </a:xfrm>
        </p:spPr>
        <p:txBody>
          <a:bodyPr/>
          <a:lstStyle/>
          <a:p>
            <a:r>
              <a:rPr lang="en-US" sz="1800" b="1" dirty="0">
                <a:solidFill>
                  <a:schemeClr val="tx2">
                    <a:lumMod val="75000"/>
                  </a:schemeClr>
                </a:solidFill>
                <a:latin typeface="Moliga DEMO" pitchFamily="50" charset="0"/>
              </a:rPr>
              <a:t>Innove</a:t>
            </a:r>
            <a:r>
              <a:rPr lang="en-US" sz="1800" b="1" dirty="0">
                <a:solidFill>
                  <a:srgbClr val="FF0000"/>
                </a:solidFill>
                <a:latin typeface="Moliga DEMO" pitchFamily="50" charset="0"/>
              </a:rPr>
              <a:t>X</a:t>
            </a:r>
            <a:r>
              <a:rPr lang="en-US" sz="1800" b="1" dirty="0">
                <a:solidFill>
                  <a:schemeClr val="tx2">
                    <a:lumMod val="75000"/>
                  </a:schemeClr>
                </a:solidFill>
                <a:latin typeface="Moliga DEMO" pitchFamily="50" charset="0"/>
              </a:rPr>
              <a:t>’</a:t>
            </a:r>
            <a:r>
              <a:rPr lang="en-US" sz="1800" b="1" dirty="0">
                <a:solidFill>
                  <a:schemeClr val="tx2">
                    <a:lumMod val="75000"/>
                  </a:schemeClr>
                </a:solidFill>
                <a:latin typeface="Arial Black" panose="020B0A04020102020204" pitchFamily="34" charset="0"/>
              </a:rPr>
              <a:t>25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39</TotalTime>
  <Words>120</Words>
  <Application>Microsoft Office PowerPoint</Application>
  <PresentationFormat>On-screen Show (4:3)</PresentationFormat>
  <Paragraphs>40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Arial Black</vt:lpstr>
      <vt:lpstr>Calibri</vt:lpstr>
      <vt:lpstr>Moliga DEMO</vt:lpstr>
      <vt:lpstr>Times New Roman</vt:lpstr>
      <vt:lpstr>Office Theme</vt:lpstr>
      <vt:lpstr>InnoveX’25</vt:lpstr>
      <vt:lpstr>Introduction</vt:lpstr>
      <vt:lpstr>Problem Statement / Objective</vt:lpstr>
      <vt:lpstr>Existing Methods</vt:lpstr>
      <vt:lpstr>Methodology</vt:lpstr>
      <vt:lpstr>Experimental Setup / Implementation</vt:lpstr>
      <vt:lpstr>Results &amp; Analysis</vt:lpstr>
      <vt:lpstr>Results &amp; Analysis (contd.)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Rahul Chiranjeevi V</dc:creator>
  <cp:keywords/>
  <dc:description>generated using python-pptx</dc:description>
  <cp:lastModifiedBy>Rahul Chiranjeevi V</cp:lastModifiedBy>
  <cp:revision>11</cp:revision>
  <dcterms:created xsi:type="dcterms:W3CDTF">2013-01-27T09:14:16Z</dcterms:created>
  <dcterms:modified xsi:type="dcterms:W3CDTF">2025-08-27T14:35:06Z</dcterms:modified>
  <cp:category/>
</cp:coreProperties>
</file>